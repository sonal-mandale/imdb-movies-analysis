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3" r:id="rId17"/>
    <p:sldId id="261" r:id="rId18"/>
    <p:sldId id="26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1383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17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9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1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1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4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5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7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1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47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8444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75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53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4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14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7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87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6" y="1801373"/>
            <a:ext cx="7773308" cy="2387600"/>
          </a:xfrm>
        </p:spPr>
        <p:txBody>
          <a:bodyPr>
            <a:normAutofit/>
          </a:bodyPr>
          <a:lstStyle/>
          <a:p>
            <a:r>
              <a:rPr sz="6600" dirty="0"/>
              <a:t>IMDB Movies Analysis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 A handful of directors produce the majority of films.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Blockbuster titles dominate overall revenue.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dirty="0"/>
              <a:t> Popularity and revenue do not always correlate.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Can you get all data about movies? </a:t>
            </a:r>
            <a:br>
              <a:rPr lang="en-US" dirty="0"/>
            </a:b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CC3EB-53F0-ADE3-6402-BE9A85B79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74" y="1606970"/>
            <a:ext cx="7767694" cy="4776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B6C0-7E4E-339C-C7DB-87952BAE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How do you get all data about directors?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3EBF3-4939-4730-9A66-5F59702A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05" y="1779812"/>
            <a:ext cx="3914804" cy="496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3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6197-451C-8316-5A0B-6F1EF2A5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Check how many movies are present in IMDB.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90437-62D2-E0D6-EA30-0317C825E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79" y="1942746"/>
            <a:ext cx="4607874" cy="411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49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B7BA-1608-60D8-39FA-65180A66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Find these 3 directors: James Cameron ; Luc Besson ; John Woo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1754D-407A-B817-1903-4759985AB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68" y="1987264"/>
            <a:ext cx="6245184" cy="457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7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9A14-14E7-725E-D589-D667F9C0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574" y="213816"/>
            <a:ext cx="7765321" cy="1326321"/>
          </a:xfrm>
        </p:spPr>
        <p:txBody>
          <a:bodyPr>
            <a:normAutofit/>
          </a:bodyPr>
          <a:lstStyle/>
          <a:p>
            <a:r>
              <a:rPr lang="en-US" dirty="0"/>
              <a:t>5. Find all directors with name starting with 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6B2B5-9C86-F7C5-F976-ABC81731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960" y="1553586"/>
            <a:ext cx="4165034" cy="509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9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D2FA-5A94-1CAC-84CB-159CABD8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</a:t>
            </a:r>
            <a:r>
              <a:rPr lang="en-IN" dirty="0"/>
              <a:t> Count female directors.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C92D2-2978-4AB0-AB43-790006D59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798" y="1547765"/>
            <a:ext cx="4458066" cy="497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0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C13C-FF90-2D48-F961-31B703D9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99272"/>
            <a:ext cx="7765321" cy="1326321"/>
          </a:xfrm>
        </p:spPr>
        <p:txBody>
          <a:bodyPr>
            <a:normAutofit/>
          </a:bodyPr>
          <a:lstStyle/>
          <a:p>
            <a:r>
              <a:rPr lang="en-US" dirty="0"/>
              <a:t>7. Find the name of the 10th first women directors?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66335-E7A8-6A94-0F26-C7B0BE29F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544" y="1425593"/>
            <a:ext cx="4386912" cy="52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7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ADE9-5EB3-A08F-EFAF-315A8094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92" y="270983"/>
            <a:ext cx="7765321" cy="1326321"/>
          </a:xfrm>
        </p:spPr>
        <p:txBody>
          <a:bodyPr>
            <a:normAutofit/>
          </a:bodyPr>
          <a:lstStyle/>
          <a:p>
            <a:r>
              <a:rPr lang="en-US" dirty="0"/>
              <a:t>8. What are the 3 most popular movies?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E6790-D041-6FEF-8CF0-C9E59E5D7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579" y="2085751"/>
            <a:ext cx="4540842" cy="415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1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6668-49C4-061B-0EED-35E85627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251239"/>
            <a:ext cx="7765321" cy="1326321"/>
          </a:xfrm>
        </p:spPr>
        <p:txBody>
          <a:bodyPr>
            <a:normAutofit/>
          </a:bodyPr>
          <a:lstStyle/>
          <a:p>
            <a:r>
              <a:rPr lang="en-US" dirty="0"/>
              <a:t>9. What are the 3 most bankable movies?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FFB00-ED4C-45EB-9AAF-BA8DF7163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42" y="1975218"/>
            <a:ext cx="3939529" cy="417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3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4D59-DA74-FACD-E51B-9594C466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10. What is the most awarded average vote since the January 1st, 2000?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3937C-3EC2-A5AD-A7FF-6F17D006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950" y="2213769"/>
            <a:ext cx="4858936" cy="433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55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2136-622A-BB4E-BB86-4B8598D3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50" y="22747"/>
            <a:ext cx="7765321" cy="1326321"/>
          </a:xfrm>
        </p:spPr>
        <p:txBody>
          <a:bodyPr>
            <a:normAutofit fontScale="90000"/>
          </a:bodyPr>
          <a:lstStyle/>
          <a:p>
            <a:r>
              <a:rPr lang="en-US" dirty="0"/>
              <a:t>11. Which movie(s) were directed by Brenda Chapman?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4E2A7-0C2E-8BA5-72B5-1BD4ACDCA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48" y="1349068"/>
            <a:ext cx="5814814" cy="3727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73769E-E667-88EB-7893-9612B8D48CB6}"/>
              </a:ext>
            </a:extLst>
          </p:cNvPr>
          <p:cNvSpPr txBox="1"/>
          <p:nvPr/>
        </p:nvSpPr>
        <p:spPr>
          <a:xfrm>
            <a:off x="1258298" y="5185766"/>
            <a:ext cx="7021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Result shows 0 rows because there are no movies directed by Brenda Chapman.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4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0924-8E43-3DAA-673A-E4E360A3F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12" y="155008"/>
            <a:ext cx="7765321" cy="1326321"/>
          </a:xfrm>
        </p:spPr>
        <p:txBody>
          <a:bodyPr>
            <a:normAutofit/>
          </a:bodyPr>
          <a:lstStyle/>
          <a:p>
            <a:r>
              <a:rPr lang="en-US" dirty="0"/>
              <a:t>12. Which director made the most movies?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AC413-645A-7D93-F590-96282AFE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34" y="1670122"/>
            <a:ext cx="5895279" cy="458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9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33BD-919E-C558-11AD-BC9C0A785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27" y="268407"/>
            <a:ext cx="7765321" cy="1326321"/>
          </a:xfrm>
        </p:spPr>
        <p:txBody>
          <a:bodyPr>
            <a:normAutofit/>
          </a:bodyPr>
          <a:lstStyle/>
          <a:p>
            <a:r>
              <a:rPr lang="en-US" dirty="0"/>
              <a:t>13. Which director is the most bankable?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A3554-76B2-1A9C-C56F-561BDE881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35" y="1777574"/>
            <a:ext cx="6538929" cy="397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91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70A4-F06D-23E7-1767-EFEB5CF59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2276"/>
            <a:ext cx="7765321" cy="1326321"/>
          </a:xfrm>
        </p:spPr>
        <p:txBody>
          <a:bodyPr/>
          <a:lstStyle/>
          <a:p>
            <a:r>
              <a:rPr lang="en-US" dirty="0"/>
              <a:t>IMDB_Movies Summary Report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ECCA25-26CF-D585-F84E-8CE962AE4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217" y="1460879"/>
            <a:ext cx="8899565" cy="5004026"/>
          </a:xfrm>
        </p:spPr>
      </p:pic>
    </p:spTree>
    <p:extLst>
      <p:ext uri="{BB962C8B-B14F-4D97-AF65-F5344CB8AC3E}">
        <p14:creationId xmlns:p14="http://schemas.microsoft.com/office/powerpoint/2010/main" val="272685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dirty="0"/>
              <a:t> Invest in high-performing directors.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sz="2000" dirty="0"/>
              <a:t>Allocate budget strategically to mid-budget movies.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sz="2000" dirty="0"/>
              <a:t>Use data insights to plan marketing campaigns efficiently.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887" y="1318261"/>
            <a:ext cx="7765321" cy="1326321"/>
          </a:xfrm>
        </p:spPr>
        <p:txBody>
          <a:bodyPr>
            <a:normAutofit/>
          </a:bodyPr>
          <a:lstStyle/>
          <a:p>
            <a:r>
              <a:rPr lang="en-US" sz="7200" dirty="0"/>
              <a:t>Thank you!!</a:t>
            </a:r>
            <a:endParaRPr sz="7200" dirty="0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08D59A82-ACA7-1504-88F0-CBD3C8D7E3F3}"/>
              </a:ext>
            </a:extLst>
          </p:cNvPr>
          <p:cNvSpPr/>
          <p:nvPr/>
        </p:nvSpPr>
        <p:spPr>
          <a:xfrm>
            <a:off x="2964180" y="2796540"/>
            <a:ext cx="2857500" cy="244602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2510</TotalTime>
  <Words>225</Words>
  <Application>Microsoft Office PowerPoint</Application>
  <PresentationFormat>On-screen Show (4:3)</PresentationFormat>
  <Paragraphs>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Bookman Old Style</vt:lpstr>
      <vt:lpstr>Rockwell</vt:lpstr>
      <vt:lpstr>Wingdings</vt:lpstr>
      <vt:lpstr>Damask</vt:lpstr>
      <vt:lpstr>IMDB Movies Analysis </vt:lpstr>
      <vt:lpstr>Key Insights</vt:lpstr>
      <vt:lpstr>1. Can you get all data about movies?  </vt:lpstr>
      <vt:lpstr>2. How do you get all data about directors?</vt:lpstr>
      <vt:lpstr>3. Check how many movies are present in IMDB.</vt:lpstr>
      <vt:lpstr>4. Find these 3 directors: James Cameron ; Luc Besson ; John Woo</vt:lpstr>
      <vt:lpstr>5. Find all directors with name starting with S.</vt:lpstr>
      <vt:lpstr>6. Count female directors. </vt:lpstr>
      <vt:lpstr>7. Find the name of the 10th first women directors?</vt:lpstr>
      <vt:lpstr>8. What are the 3 most popular movies?</vt:lpstr>
      <vt:lpstr>9. What are the 3 most bankable movies?</vt:lpstr>
      <vt:lpstr>10. What is the most awarded average vote since the January 1st, 2000?</vt:lpstr>
      <vt:lpstr>11. Which movie(s) were directed by Brenda Chapman?</vt:lpstr>
      <vt:lpstr>12. Which director made the most movies?</vt:lpstr>
      <vt:lpstr>13. Which director is the most bankable?</vt:lpstr>
      <vt:lpstr>IMDB_Movies Summary Report</vt:lpstr>
      <vt:lpstr>Recommendations</vt:lpstr>
      <vt:lpstr>Thank you!!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Vinayak Mandale</cp:lastModifiedBy>
  <cp:revision>3</cp:revision>
  <dcterms:created xsi:type="dcterms:W3CDTF">2013-01-27T09:14:16Z</dcterms:created>
  <dcterms:modified xsi:type="dcterms:W3CDTF">2025-12-03T09:19:51Z</dcterms:modified>
  <cp:category/>
</cp:coreProperties>
</file>